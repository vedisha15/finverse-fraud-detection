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Fraud Detection &amp; Risk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BankSim + Behavioral Features + XGBoost</a:t>
            </a:r>
          </a:p>
          <a:p>
            <a:pPr>
              <a:defRPr sz="2200"/>
            </a:pPr>
            <a:r>
              <a:t>Project Dashboard &amp; Analysis</a:t>
            </a:r>
          </a:p>
          <a:p>
            <a:pPr>
              <a:defRPr sz="1600"/>
            </a:pPr>
            <a:r>
              <a:t>594,643 transactions • 7,200 fraud • 0.8812 AUPRC after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Identify suspicious transaction patterns using machine learning.</a:t>
            </a:r>
          </a:p>
          <a:p>
            <a:pPr>
              <a:spcAft>
                <a:spcPts val="1400"/>
              </a:spcAft>
              <a:defRPr sz="2000"/>
            </a:pPr>
            <a:r>
              <a:t>Use behavioral features to capture recent customer and customer–merchant activity.</a:t>
            </a:r>
          </a:p>
          <a:p>
            <a:pPr>
              <a:spcAft>
                <a:spcPts val="1400"/>
              </a:spcAft>
              <a:defRPr sz="2000"/>
            </a:pPr>
            <a:r>
              <a:t>Present the results in a simple monitoring view for faster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Total transactions: 594,643</a:t>
            </a:r>
          </a:p>
          <a:p>
            <a:pPr>
              <a:spcAft>
                <a:spcPts val="1400"/>
              </a:spcAft>
              <a:defRPr sz="2000"/>
            </a:pPr>
            <a:r>
              <a:t>Fraud transactions: 7,200</a:t>
            </a:r>
          </a:p>
          <a:p>
            <a:pPr>
              <a:spcAft>
                <a:spcPts val="1400"/>
              </a:spcAft>
              <a:defRPr sz="2000"/>
            </a:pPr>
            <a:r>
              <a:t>Genuine transactions: 587,443</a:t>
            </a:r>
          </a:p>
          <a:p>
            <a:pPr>
              <a:spcAft>
                <a:spcPts val="1400"/>
              </a:spcAft>
              <a:defRPr sz="2000"/>
            </a:pPr>
            <a:r>
              <a:t>Fraud rate: approximately 1.21% — a strongly imbalanced classification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Behavioral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Customer transaction counts were calculated over 1-day, 7-day and 30-day windows.</a:t>
            </a:r>
          </a:p>
          <a:p>
            <a:pPr>
              <a:spcAft>
                <a:spcPts val="1400"/>
              </a:spcAft>
              <a:defRPr sz="2000"/>
            </a:pPr>
            <a:r>
              <a:t>Customer–merchant transaction counts were calculated over the same windows.</a:t>
            </a:r>
          </a:p>
          <a:p>
            <a:pPr>
              <a:spcAft>
                <a:spcPts val="1400"/>
              </a:spcAft>
              <a:defRPr sz="2000"/>
            </a:pPr>
            <a:r>
              <a:t>These features describe recent behavior instead of relying only on individual transaction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Algorithm: XGBoost Classifier</a:t>
            </a:r>
          </a:p>
          <a:p>
            <a:pPr>
              <a:spcAft>
                <a:spcPts val="1400"/>
              </a:spcAft>
              <a:defRPr sz="2000"/>
            </a:pPr>
            <a:r>
              <a:t>Categorical features: age, gender and category were label encoded.</a:t>
            </a:r>
          </a:p>
          <a:p>
            <a:pPr>
              <a:spcAft>
                <a:spcPts val="1400"/>
              </a:spcAft>
              <a:defRPr sz="2000"/>
            </a:pPr>
            <a:r>
              <a:t>The notebook uses positive-class weighting to address the fraud/non-fraud imbalance.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Standard features: AUPRC = 0.8331</a:t>
            </a:r>
          </a:p>
          <a:p>
            <a:pPr>
              <a:spcAft>
                <a:spcPts val="1400"/>
              </a:spcAft>
              <a:defRPr sz="2000"/>
            </a:pPr>
            <a:r>
              <a:t>Feature-engineered data: AUPRC = 0.8812</a:t>
            </a:r>
          </a:p>
          <a:p>
            <a:pPr>
              <a:spcAft>
                <a:spcPts val="1400"/>
              </a:spcAft>
              <a:defRPr sz="2000"/>
            </a:pPr>
            <a:r>
              <a:t>Improvement: +0.0481 AUPRC points, approximately 5.77% relative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AUPRC?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Fraud is a rare class in the dataset.</a:t>
            </a:r>
          </a:p>
          <a:p>
            <a:pPr>
              <a:spcAft>
                <a:spcPts val="1400"/>
              </a:spcAft>
              <a:defRPr sz="2000"/>
            </a:pPr>
            <a:r>
              <a:t>Accuracy alone can be misleading when one class dominates.</a:t>
            </a:r>
          </a:p>
          <a:p>
            <a:pPr>
              <a:spcAft>
                <a:spcPts val="1400"/>
              </a:spcAft>
              <a:defRPr sz="2000"/>
            </a:pPr>
            <a:r>
              <a:t>AUPRC focuses on precision-recall performance for the positive/fraud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Monitoring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Transaction → Behavioral Features → XGBoost Score → Risk Flag → Analyst Review</a:t>
            </a:r>
          </a:p>
          <a:p>
            <a:pPr>
              <a:spcAft>
                <a:spcPts val="1400"/>
              </a:spcAft>
              <a:defRPr sz="2000"/>
            </a:pPr>
            <a:r>
              <a:t>The current notebook demonstrates the analysis and modeling pipeline.</a:t>
            </a:r>
          </a:p>
          <a:p>
            <a:pPr>
              <a:spcAft>
                <a:spcPts val="1400"/>
              </a:spcAft>
              <a:defRPr sz="2000"/>
            </a:pPr>
            <a:r>
              <a:t>A production implementation can connect the scoring step to a live transaction stream and alerting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Behavioral features added useful information about recent transaction activity.</a:t>
            </a:r>
          </a:p>
          <a:p>
            <a:pPr>
              <a:spcAft>
                <a:spcPts val="1400"/>
              </a:spcAft>
              <a:defRPr sz="2000"/>
            </a:pPr>
            <a:r>
              <a:t>Feature engineering improved AUPRC from 0.8331 to 0.8812.</a:t>
            </a:r>
          </a:p>
          <a:p>
            <a:pPr>
              <a:spcAft>
                <a:spcPts val="1400"/>
              </a:spcAft>
              <a:defRPr sz="2000"/>
            </a:pPr>
            <a:r>
              <a:t>The dashboard turns model and transaction analysis into an easier monitoring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Real-time transaction streaming</a:t>
            </a:r>
          </a:p>
          <a:p>
            <a:pPr>
              <a:spcAft>
                <a:spcPts val="1400"/>
              </a:spcAft>
              <a:defRPr sz="2000"/>
            </a:pPr>
            <a:r>
              <a:t>Automated fraud alerts and analyst workflows</a:t>
            </a:r>
          </a:p>
          <a:p>
            <a:pPr>
              <a:spcAft>
                <a:spcPts val="1400"/>
              </a:spcAft>
              <a:defRPr sz="2000"/>
            </a:pPr>
            <a:r>
              <a:t>Model drift monitoring and threshold optimization</a:t>
            </a:r>
          </a:p>
          <a:p>
            <a:pPr>
              <a:spcAft>
                <a:spcPts val="1400"/>
              </a:spcAft>
              <a:defRPr sz="2000"/>
            </a:pPr>
            <a:r>
              <a:t>Explainable AI and 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Finverse • Fraud Detection &amp; Risk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